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cs-CZ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5E2476-1C07-4A54-8608-8CEAAE590F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cs-CZ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cs-CZ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D2AF29-E803-4C94-B583-5303DA5254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305CF4-FDA2-4A2D-AC38-247EAD463C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cs-CZ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39BD7A-62F5-434C-B313-817A5DDC80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cs-CZ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37FD04-94F9-4CFB-8CFB-F8AC5DF91C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cs-CZ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CDB1AC-42B8-4372-B413-ED00C7AFBE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cs-CZ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C1EEB3-A82A-4684-988A-36BF7B1775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cs-CZ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9393A1-51E3-42F6-A932-68771686AA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cs-CZ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F15B20-4470-4E97-9D73-595D34915A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cs-CZ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cs-CZ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cs-CZ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736872-9581-4C97-850B-A02EE40733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B098AC-9F84-4079-8CB3-A44134F824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cs-CZ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Aplikace pro zapamatování biblických veršů</a:t>
            </a:r>
            <a:endParaRPr b="0" lang="cs-CZ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Matěj Komárek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 to bude?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Mobilní aplikace pro OS Android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Efektivní zapamatování biblických veršů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Využití algoritmu pro spaced repetition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Podpora motivace a systematického učení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Google Shape;62;p14" descr=""/>
          <p:cNvPicPr/>
          <p:nvPr/>
        </p:nvPicPr>
        <p:blipFill>
          <a:blip r:embed="rId1"/>
          <a:srcRect l="9240" t="15011" r="8601" b="3034"/>
          <a:stretch/>
        </p:blipFill>
        <p:spPr>
          <a:xfrm>
            <a:off x="788760" y="2535840"/>
            <a:ext cx="3950280" cy="251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63;p14" descr=""/>
          <p:cNvPicPr/>
          <p:nvPr/>
        </p:nvPicPr>
        <p:blipFill>
          <a:blip r:embed="rId2"/>
          <a:srcRect l="68068" t="1528" r="1188" b="1825"/>
          <a:stretch/>
        </p:blipFill>
        <p:spPr>
          <a:xfrm>
            <a:off x="5742360" y="360720"/>
            <a:ext cx="2416320" cy="442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 nastuduju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Spaced repetition algoritmy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User experience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Práce s notifikacemi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Offline režim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Google Shape;70;p15" descr=""/>
          <p:cNvPicPr/>
          <p:nvPr/>
        </p:nvPicPr>
        <p:blipFill>
          <a:blip r:embed="rId1"/>
          <a:stretch/>
        </p:blipFill>
        <p:spPr>
          <a:xfrm>
            <a:off x="3960000" y="991080"/>
            <a:ext cx="4358160" cy="314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 udělám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Analýza konkurence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Návrh logiky a uživatelského rozhraní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Výběr tech stack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Vývoj celé aplikace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Testování a dokumentace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77;p16" descr=""/>
          <p:cNvPicPr/>
          <p:nvPr/>
        </p:nvPicPr>
        <p:blipFill>
          <a:blip r:embed="rId1"/>
          <a:stretch/>
        </p:blipFill>
        <p:spPr>
          <a:xfrm>
            <a:off x="3679920" y="2043000"/>
            <a:ext cx="5049360" cy="269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Časový harmonogram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Google Shape;83;p17"/>
          <p:cNvGraphicFramePr/>
          <p:nvPr/>
        </p:nvGraphicFramePr>
        <p:xfrm>
          <a:off x="917640" y="1782000"/>
          <a:ext cx="6836040" cy="1906560"/>
        </p:xfrm>
        <a:graphic>
          <a:graphicData uri="http://schemas.openxmlformats.org/drawingml/2006/table">
            <a:tbl>
              <a:tblPr/>
              <a:tblGrid>
                <a:gridCol w="1953360"/>
                <a:gridCol w="4882680"/>
              </a:tblGrid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Září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Analýza a návrh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Říjen – Leden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Vývoj a testování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Leden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Dokumentace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Únor – Březen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spcAft>
                          <a:spcPts val="1199"/>
                        </a:spcAft>
                        <a:tabLst>
                          <a:tab algn="l" pos="0"/>
                        </a:tabLst>
                      </a:pPr>
                      <a:r>
                        <a:rPr b="0" lang="en" sz="1800" strike="noStrike" u="none">
                          <a:solidFill>
                            <a:schemeClr val="dk2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Dokončení, opravy a příprava obhajoby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LibreOffice/25.2.4.3$Linux_X86_64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cs-CZ</dc:language>
  <cp:lastModifiedBy/>
  <dcterms:modified xsi:type="dcterms:W3CDTF">2025-06-18T08:35:22Z</dcterms:modified>
  <cp:revision>1</cp:revision>
  <dc:subject/>
  <dc:title/>
</cp:coreProperties>
</file>